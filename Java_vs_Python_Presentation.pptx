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7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245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2331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286000" y="4572000"/>
            <a:ext cx="4572000" cy="4572000"/>
          </a:xfrm>
          <a:prstGeom prst="ellipse">
            <a:avLst/>
          </a:prstGeom>
          <a:solidFill>
            <a:srgbClr val="2331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vs PYTHON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68680" y="30632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Analysis for Object-Oriented Software Development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68680" y="5074920"/>
            <a:ext cx="3291840" cy="18288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5212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Hamza El Mansouri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5715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6 Presentation  |  Object-Oriented Programming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78992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 most widely used</a:t>
            </a:r>
            <a:endParaRPr lang="en-US" sz="4000" dirty="0"/>
          </a:p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languages today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398520"/>
            <a:ext cx="1078992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roots, different design goals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968240"/>
            <a:ext cx="1078992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compares both to guide</a:t>
            </a:r>
            <a:endParaRPr lang="en-US" sz="4000" dirty="0"/>
          </a:p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project decisions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C045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6517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6576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1995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of Java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389120" y="1828800"/>
            <a:ext cx="722376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Statically typed,</a:t>
            </a:r>
            <a:endParaRPr lang="en-US" sz="4000" dirty="0"/>
          </a:p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to bytecode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389120" y="3398520"/>
            <a:ext cx="722376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JVM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389120" y="4968240"/>
            <a:ext cx="722376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portability</a:t>
            </a:r>
            <a:endParaRPr lang="en-US" sz="4000" dirty="0"/>
          </a:p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robustness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2F6F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49640" y="26517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54964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1991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of Python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731520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typed,</a:t>
            </a:r>
            <a:endParaRPr lang="en-US" sz="4000" dirty="0"/>
          </a:p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398520"/>
            <a:ext cx="731520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Multi-paradigm: OOP,</a:t>
            </a:r>
            <a:endParaRPr lang="en-US" sz="4000" dirty="0"/>
          </a:p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procedural, functional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4968240"/>
            <a:ext cx="731520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readability</a:t>
            </a:r>
            <a:endParaRPr lang="en-US" sz="4000" dirty="0"/>
          </a:p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fast development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Similarities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7899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fully object-oriented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06090"/>
            <a:ext cx="107899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handle runtime errors gracefully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183380"/>
            <a:ext cx="107899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platform-independent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5360670"/>
            <a:ext cx="107899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have large open-source ecosystems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Typing &amp; Performance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BEE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63640" y="182880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475488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typing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411980"/>
            <a:ext cx="475488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Compiled,</a:t>
            </a:r>
            <a:endParaRPr lang="en-US" sz="4000" dirty="0"/>
          </a:p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537960" y="19659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6F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537960" y="2743200"/>
            <a:ext cx="475488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typing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537960" y="4411980"/>
            <a:ext cx="475488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Interpreted,</a:t>
            </a:r>
            <a:endParaRPr lang="en-US" sz="4000" dirty="0"/>
          </a:p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Syntax, Memory &amp; Concurrency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Python concise,</a:t>
            </a:r>
            <a:endParaRPr lang="en-US" sz="4000" dirty="0"/>
          </a:p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explicit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both garbage-collected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93776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Concurrency: Java favors</a:t>
            </a:r>
            <a:endParaRPr lang="en-US" sz="4000" dirty="0"/>
          </a:p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parallel threads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Java: Strengths &amp; Weaknesses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EAF6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63640" y="182880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BEE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47548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</a:t>
            </a:r>
            <a:endParaRPr lang="en-US" sz="4000" dirty="0"/>
          </a:p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JVM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320540"/>
            <a:ext cx="47548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</a:t>
            </a:r>
            <a:endParaRPr lang="en-US" sz="4000" dirty="0"/>
          </a:p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scale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537960" y="1920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Weaknesses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37960" y="2606040"/>
            <a:ext cx="47548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Verbose</a:t>
            </a:r>
            <a:endParaRPr lang="en-US" sz="4000" dirty="0"/>
          </a:p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537960" y="4320540"/>
            <a:ext cx="47548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Steeper</a:t>
            </a:r>
            <a:endParaRPr lang="en-US" sz="4000" dirty="0"/>
          </a:p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Python: Strengths &amp; Weaknesses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EAF6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63640" y="182880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BEE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47548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Concise,</a:t>
            </a:r>
            <a:endParaRPr lang="en-US" sz="4000" dirty="0"/>
          </a:p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code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320540"/>
            <a:ext cx="47548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AI/</a:t>
            </a:r>
            <a:endParaRPr lang="en-US" sz="4000" dirty="0"/>
          </a:p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ecosystem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537960" y="1920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Weaknesses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37960" y="2606040"/>
            <a:ext cx="47548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on</a:t>
            </a:r>
            <a:endParaRPr lang="en-US" sz="4000" dirty="0"/>
          </a:p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tasks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537960" y="4320540"/>
            <a:ext cx="47548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true</a:t>
            </a:r>
            <a:endParaRPr lang="en-US" sz="4000" dirty="0"/>
          </a:p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Choose Each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2331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63640" y="182880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2331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for: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47548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4000" dirty="0"/>
          </a:p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320540"/>
            <a:ext cx="47548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4000" dirty="0"/>
          </a:p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537960" y="1920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for: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37960" y="2606040"/>
            <a:ext cx="47548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</a:t>
            </a:r>
            <a:endParaRPr lang="en-US" sz="4000" dirty="0"/>
          </a:p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537960" y="4320540"/>
            <a:ext cx="475488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4000" dirty="0"/>
          </a:p>
          <a:p>
            <a:pPr marL="342900" indent="-342900" algn="l">
              <a:buSzPct val="100000"/>
              <a:buChar char="●"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prototypes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064240" cy="4297680"/>
          </a:xfrm>
          <a:prstGeom prst="roundRect">
            <a:avLst>
              <a:gd name="adj" fmla="val 255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0" y="2103120"/>
            <a:ext cx="9966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OOP ideas look different once expressed through each language's syntax and typing rules.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331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10241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language is universally better — the right choice depends on the project.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Academify. (2026, May 19). Python vs Java: Which should you learn in 2026?
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Gologica. (2026, January 31). Java vs Python: Which programming language is best in 2026?
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Hackr.io. (2025, January 30). Python vs Java: Which is best in 2026?
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Kaopiz. (2026, March 13). Java vs Python: Which language should you choose in 2026?
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LogicMonitor. (2026, April 30). Python vs. Java: Which language should you choose?
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Netguru. (2026, March 17). Python vs Java: Top 7 differences in 2026.
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Insider. (2026, June 4). Python vs Java 2026: 10 benchmarks expose a 5x speed gap.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408</Words>
  <Application>Microsoft Office PowerPoint</Application>
  <PresentationFormat>Widescreen</PresentationFormat>
  <Paragraphs>117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Hamza El Mansouri</cp:lastModifiedBy>
  <cp:revision>2</cp:revision>
  <dcterms:created xsi:type="dcterms:W3CDTF">2026-07-19T03:23:24Z</dcterms:created>
  <dcterms:modified xsi:type="dcterms:W3CDTF">2026-07-19T03:33:29Z</dcterms:modified>
</cp:coreProperties>
</file>